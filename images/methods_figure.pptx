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60" r:id="rId2"/>
    <p:sldId id="262" r:id="rId3"/>
    <p:sldId id="264" r:id="rId4"/>
    <p:sldId id="263" r:id="rId5"/>
    <p:sldId id="265" r:id="rId6"/>
    <p:sldId id="266" r:id="rId7"/>
    <p:sldId id="267" r:id="rId8"/>
    <p:sldId id="261" r:id="rId9"/>
    <p:sldId id="25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4"/>
    <a:srgbClr val="83CBEB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 varScale="1">
        <p:scale>
          <a:sx n="88" d="100"/>
          <a:sy n="88" d="100"/>
        </p:scale>
        <p:origin x="8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1pPr>
    <a:lvl2pPr marL="31057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2pPr>
    <a:lvl3pPr marL="62115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3pPr>
    <a:lvl4pPr marL="93172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4pPr>
    <a:lvl5pPr marL="1242304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5pPr>
    <a:lvl6pPr marL="155288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6pPr>
    <a:lvl7pPr marL="186345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7pPr>
    <a:lvl8pPr marL="217403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8pPr>
    <a:lvl9pPr marL="248460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3D352-BF6F-B2C4-E42F-2D6C2CBA1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99E86-BD46-C6DB-F173-FBB38D7C6F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20FE0-8126-6D4E-F516-F273CC54F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84AE1-1ABE-9E02-B373-4ACD0CAE4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92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49E38-BC68-B09D-6A65-F0535E30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9395E-8AA0-388F-73FA-23CF775A8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1D2F4-536B-5B8C-DBD2-7314DD34B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716BC-8CC4-B97D-410B-76D102310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78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10016-9715-CECE-5DE2-94B0DDA96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5555E-760C-2F7D-FBD6-4E124F7BC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487B2-28BF-8EC4-A46C-B9E4072981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7F1C0-07A0-8660-D6E5-24FC8AE93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156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D865-E77B-F3E3-890D-9151F3A9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3DE32-EBE3-114A-CC64-0F44FCA23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898AE-F7BE-4082-7063-0DA3D1E40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D3BEC-7618-D864-4AC9-B99CC3D85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00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B9E67-54DF-49D2-9CA8-6AC9A138E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B1072-0658-C39B-D038-B1A005417B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00BCE-ED2D-9889-1397-7406BF208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55C50-4B43-B4AD-9A44-B620EA006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15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6BAF4-8F15-CF2B-9EB4-3F5FFC170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2CEA9-DBFA-0151-3A31-BB566FA44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E1831-3FAD-08C7-77F9-03281588F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C9987-5A05-F250-CAFA-73938ECEE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30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29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95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58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91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30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73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11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107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19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9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19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748533" y="3311379"/>
            <a:ext cx="5530490" cy="218454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3361224" y="327203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463162" y="3812469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473390" y="4041494"/>
            <a:ext cx="192024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4668409" y="4033338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5850825" y="4511385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476859" y="4513121"/>
            <a:ext cx="1371600" cy="1280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472053" y="4743723"/>
            <a:ext cx="2743200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215222" y="4742216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A2CD4AE-8456-6C06-A0AD-B44403F7C01D}"/>
              </a:ext>
            </a:extLst>
          </p:cNvPr>
          <p:cNvGrpSpPr/>
          <p:nvPr/>
        </p:nvGrpSpPr>
        <p:grpSpPr>
          <a:xfrm>
            <a:off x="5512652" y="2797133"/>
            <a:ext cx="1561727" cy="86828"/>
            <a:chOff x="2387278" y="4082432"/>
            <a:chExt cx="1967713" cy="98183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3331EC5-3C6F-396C-55FC-28238F4A81B0}"/>
                </a:ext>
              </a:extLst>
            </p:cNvPr>
            <p:cNvCxnSpPr/>
            <p:nvPr/>
          </p:nvCxnSpPr>
          <p:spPr>
            <a:xfrm>
              <a:off x="435499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D79F1B-B3C9-F7E9-385F-BA1CF374976F}"/>
                </a:ext>
              </a:extLst>
            </p:cNvPr>
            <p:cNvCxnSpPr/>
            <p:nvPr/>
          </p:nvCxnSpPr>
          <p:spPr>
            <a:xfrm>
              <a:off x="385855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196DB32-B124-12EE-9DD0-BB2B9A7C87EC}"/>
                </a:ext>
              </a:extLst>
            </p:cNvPr>
            <p:cNvCxnSpPr/>
            <p:nvPr/>
          </p:nvCxnSpPr>
          <p:spPr>
            <a:xfrm>
              <a:off x="2885577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EAB86AD-1BB2-3664-9AFF-0EE3376234F1}"/>
                </a:ext>
              </a:extLst>
            </p:cNvPr>
            <p:cNvCxnSpPr/>
            <p:nvPr/>
          </p:nvCxnSpPr>
          <p:spPr>
            <a:xfrm>
              <a:off x="3361658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E05E6C3-75F1-8EDE-CF69-470179CDBED4}"/>
                </a:ext>
              </a:extLst>
            </p:cNvPr>
            <p:cNvCxnSpPr/>
            <p:nvPr/>
          </p:nvCxnSpPr>
          <p:spPr>
            <a:xfrm>
              <a:off x="2387278" y="4089175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D354B85-DC73-A820-BCDD-3E215B0D0A22}"/>
              </a:ext>
            </a:extLst>
          </p:cNvPr>
          <p:cNvGrpSpPr/>
          <p:nvPr/>
        </p:nvGrpSpPr>
        <p:grpSpPr>
          <a:xfrm>
            <a:off x="4063448" y="2836301"/>
            <a:ext cx="5161049" cy="242139"/>
            <a:chOff x="591134" y="4126722"/>
            <a:chExt cx="6502715" cy="273806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4E30C55-7BE7-E218-C1E1-97F24A7F54D6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EC892B-D821-FE15-1156-EC9CA96BD882}"/>
                </a:ext>
              </a:extLst>
            </p:cNvPr>
            <p:cNvGrpSpPr/>
            <p:nvPr/>
          </p:nvGrpSpPr>
          <p:grpSpPr>
            <a:xfrm>
              <a:off x="1652802" y="4134895"/>
              <a:ext cx="3007389" cy="265633"/>
              <a:chOff x="1652802" y="4134895"/>
              <a:chExt cx="3007389" cy="265633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F4F32AB-066F-CA7F-8233-A1AED10B8A22}"/>
                  </a:ext>
                </a:extLst>
              </p:cNvPr>
              <p:cNvSpPr txBox="1"/>
              <p:nvPr/>
            </p:nvSpPr>
            <p:spPr>
              <a:xfrm>
                <a:off x="1652802" y="4134895"/>
                <a:ext cx="232754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88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8F87A79-F705-93F9-157B-68BA2B2AF5AB}"/>
                  </a:ext>
                </a:extLst>
              </p:cNvPr>
              <p:cNvSpPr txBox="1"/>
              <p:nvPr/>
            </p:nvSpPr>
            <p:spPr>
              <a:xfrm>
                <a:off x="2137540" y="4142488"/>
                <a:ext cx="539669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0000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3FD8DB-838B-5F8C-D96F-569B05CA4E16}"/>
                  </a:ext>
                </a:extLst>
              </p:cNvPr>
              <p:cNvSpPr txBox="1"/>
              <p:nvPr/>
            </p:nvSpPr>
            <p:spPr>
              <a:xfrm>
                <a:off x="2647418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0100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0264D4-9D47-D484-5DD2-F58AD4EA4678}"/>
                  </a:ext>
                </a:extLst>
              </p:cNvPr>
              <p:cNvSpPr txBox="1"/>
              <p:nvPr/>
            </p:nvSpPr>
            <p:spPr>
              <a:xfrm>
                <a:off x="3107553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0200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806C1AC-22F7-FF48-DB0A-108F4390C775}"/>
                  </a:ext>
                </a:extLst>
              </p:cNvPr>
              <p:cNvSpPr txBox="1"/>
              <p:nvPr/>
            </p:nvSpPr>
            <p:spPr>
              <a:xfrm>
                <a:off x="3618308" y="4142987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0300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3FA20CF-4EC6-C36C-3F29-3933717990D2}"/>
                  </a:ext>
                </a:extLst>
              </p:cNvPr>
              <p:cNvSpPr txBox="1"/>
              <p:nvPr/>
            </p:nvSpPr>
            <p:spPr>
              <a:xfrm>
                <a:off x="4120523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0400</a:t>
                </a:r>
              </a:p>
            </p:txBody>
          </p:sp>
        </p:grpSp>
      </p:grpSp>
      <p:sp>
        <p:nvSpPr>
          <p:cNvPr id="128" name="TextBox 127">
            <a:extLst>
              <a:ext uri="{FF2B5EF4-FFF2-40B4-BE49-F238E27FC236}">
                <a16:creationId xmlns:a16="http://schemas.microsoft.com/office/drawing/2014/main" id="{3EC20978-5EC2-5D29-76A8-1132E2DEF21D}"/>
              </a:ext>
            </a:extLst>
          </p:cNvPr>
          <p:cNvSpPr txBox="1"/>
          <p:nvPr/>
        </p:nvSpPr>
        <p:spPr>
          <a:xfrm>
            <a:off x="3361224" y="713946"/>
            <a:ext cx="350096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A.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A40C24-60BA-5B56-B27F-21C76976C27F}"/>
              </a:ext>
            </a:extLst>
          </p:cNvPr>
          <p:cNvSpPr/>
          <p:nvPr/>
        </p:nvSpPr>
        <p:spPr>
          <a:xfrm>
            <a:off x="3748533" y="797978"/>
            <a:ext cx="5533692" cy="241347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BB29CA-202D-A325-40E1-D6A5980DDC99}"/>
              </a:ext>
            </a:extLst>
          </p:cNvPr>
          <p:cNvSpPr txBox="1"/>
          <p:nvPr/>
        </p:nvSpPr>
        <p:spPr>
          <a:xfrm>
            <a:off x="8109280" y="2853743"/>
            <a:ext cx="428322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2300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03EEB3-D65C-BB85-EB95-0A273E4164AD}"/>
              </a:ext>
            </a:extLst>
          </p:cNvPr>
          <p:cNvCxnSpPr/>
          <p:nvPr/>
        </p:nvCxnSpPr>
        <p:spPr>
          <a:xfrm>
            <a:off x="8314611" y="279588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9E89574-8EA8-6757-4D58-36455DD00C82}"/>
              </a:ext>
            </a:extLst>
          </p:cNvPr>
          <p:cNvSpPr/>
          <p:nvPr/>
        </p:nvSpPr>
        <p:spPr>
          <a:xfrm>
            <a:off x="7459302" y="2795886"/>
            <a:ext cx="450320" cy="231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CF41A3-8088-1D95-7142-9DD0491D493F}"/>
              </a:ext>
            </a:extLst>
          </p:cNvPr>
          <p:cNvSpPr txBox="1"/>
          <p:nvPr/>
        </p:nvSpPr>
        <p:spPr>
          <a:xfrm>
            <a:off x="8526572" y="2855555"/>
            <a:ext cx="428322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0000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E77FC68-0D36-4670-EE45-B30A3FA3371E}"/>
              </a:ext>
            </a:extLst>
          </p:cNvPr>
          <p:cNvCxnSpPr/>
          <p:nvPr/>
        </p:nvCxnSpPr>
        <p:spPr>
          <a:xfrm>
            <a:off x="8731904" y="2788071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A0EB09A-B7CF-C7E8-83FC-48CD229B551D}"/>
              </a:ext>
            </a:extLst>
          </p:cNvPr>
          <p:cNvSpPr txBox="1"/>
          <p:nvPr/>
        </p:nvSpPr>
        <p:spPr>
          <a:xfrm>
            <a:off x="5831901" y="2029642"/>
            <a:ext cx="323422" cy="218971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>
              <a:lnSpc>
                <a:spcPts val="960"/>
              </a:lnSpc>
            </a:pPr>
            <a:r>
              <a:rPr lang="en-US" sz="1200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98CF8-F4E0-DE99-142A-EBC0B832D107}"/>
              </a:ext>
            </a:extLst>
          </p:cNvPr>
          <p:cNvSpPr txBox="1"/>
          <p:nvPr/>
        </p:nvSpPr>
        <p:spPr>
          <a:xfrm>
            <a:off x="3943483" y="1221227"/>
            <a:ext cx="14943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Feature Scoring Epochs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C696A3-5802-DF6F-579B-E705E464543B}"/>
              </a:ext>
            </a:extLst>
          </p:cNvPr>
          <p:cNvSpPr txBox="1"/>
          <p:nvPr/>
        </p:nvSpPr>
        <p:spPr>
          <a:xfrm>
            <a:off x="5670978" y="811152"/>
            <a:ext cx="1918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Timepoints (     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66324" y="3406332"/>
            <a:ext cx="27905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Windows (in yellow) with Lag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050988" y="4274437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470553" y="4278428"/>
            <a:ext cx="576072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7D12D2-A54A-F659-1397-05E0DD7088DF}"/>
              </a:ext>
            </a:extLst>
          </p:cNvPr>
          <p:cNvSpPr/>
          <p:nvPr/>
        </p:nvSpPr>
        <p:spPr>
          <a:xfrm>
            <a:off x="4483401" y="2784163"/>
            <a:ext cx="651707" cy="231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7D732-4104-34EB-7AD5-CC777C25B8EA}"/>
              </a:ext>
            </a:extLst>
          </p:cNvPr>
          <p:cNvSpPr txBox="1"/>
          <p:nvPr/>
        </p:nvSpPr>
        <p:spPr>
          <a:xfrm>
            <a:off x="3729483" y="2851728"/>
            <a:ext cx="720069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Study Start</a:t>
            </a:r>
          </a:p>
        </p:txBody>
      </p:sp>
      <p:pic>
        <p:nvPicPr>
          <p:cNvPr id="48" name="Graphic 47" descr="Stopwatch outline">
            <a:extLst>
              <a:ext uri="{FF2B5EF4-FFF2-40B4-BE49-F238E27FC236}">
                <a16:creationId xmlns:a16="http://schemas.microsoft.com/office/drawing/2014/main" id="{126BBFAE-4AF9-112A-E862-EE8E27ABE2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2719" y="1231646"/>
            <a:ext cx="193101" cy="193101"/>
          </a:xfrm>
          <a:prstGeom prst="rect">
            <a:avLst/>
          </a:prstGeom>
        </p:spPr>
      </p:pic>
      <p:pic>
        <p:nvPicPr>
          <p:cNvPr id="50" name="Graphic 49" descr="Stopwatch outline">
            <a:extLst>
              <a:ext uri="{FF2B5EF4-FFF2-40B4-BE49-F238E27FC236}">
                <a16:creationId xmlns:a16="http://schemas.microsoft.com/office/drawing/2014/main" id="{A3027CB2-955E-7DBC-AB63-5C80961FA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1096" y="1470263"/>
            <a:ext cx="193101" cy="193101"/>
          </a:xfrm>
          <a:prstGeom prst="rect">
            <a:avLst/>
          </a:prstGeom>
        </p:spPr>
      </p:pic>
      <p:pic>
        <p:nvPicPr>
          <p:cNvPr id="69" name="Graphic 68" descr="Stopwatch outline">
            <a:extLst>
              <a:ext uri="{FF2B5EF4-FFF2-40B4-BE49-F238E27FC236}">
                <a16:creationId xmlns:a16="http://schemas.microsoft.com/office/drawing/2014/main" id="{E92A9A72-B3DF-E200-BFB9-0A418D9C4D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18060" y="2045297"/>
            <a:ext cx="193101" cy="193101"/>
          </a:xfrm>
          <a:prstGeom prst="rect">
            <a:avLst/>
          </a:prstGeom>
        </p:spPr>
      </p:pic>
      <p:pic>
        <p:nvPicPr>
          <p:cNvPr id="73" name="Graphic 72" descr="Stopwatch outline">
            <a:extLst>
              <a:ext uri="{FF2B5EF4-FFF2-40B4-BE49-F238E27FC236}">
                <a16:creationId xmlns:a16="http://schemas.microsoft.com/office/drawing/2014/main" id="{D0ED1016-1AA5-4E65-1D85-101234BCD5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23408" y="2261302"/>
            <a:ext cx="193101" cy="193101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793E8E9-FD43-76DF-A038-13A3FB8778F0}"/>
              </a:ext>
            </a:extLst>
          </p:cNvPr>
          <p:cNvCxnSpPr/>
          <p:nvPr/>
        </p:nvCxnSpPr>
        <p:spPr>
          <a:xfrm>
            <a:off x="4064654" y="279759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B827E75-98F5-7689-A993-24EA5C827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sp>
        <p:nvSpPr>
          <p:cNvPr id="90" name="Rectangle 89">
            <a:extLst>
              <a:ext uri="{FF2B5EF4-FFF2-40B4-BE49-F238E27FC236}">
                <a16:creationId xmlns:a16="http://schemas.microsoft.com/office/drawing/2014/main" id="{DFA15216-67EC-8DF4-9162-91541205385F}"/>
              </a:ext>
            </a:extLst>
          </p:cNvPr>
          <p:cNvSpPr/>
          <p:nvPr/>
        </p:nvSpPr>
        <p:spPr>
          <a:xfrm>
            <a:off x="4058597" y="1443241"/>
            <a:ext cx="1377908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BD67093-2DED-FA85-BEC2-4176D37F4485}"/>
              </a:ext>
            </a:extLst>
          </p:cNvPr>
          <p:cNvSpPr/>
          <p:nvPr/>
        </p:nvSpPr>
        <p:spPr>
          <a:xfrm>
            <a:off x="4058597" y="1659390"/>
            <a:ext cx="1851416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C4EA458-11B7-D287-6C78-2A3A5F74E208}"/>
              </a:ext>
            </a:extLst>
          </p:cNvPr>
          <p:cNvSpPr/>
          <p:nvPr/>
        </p:nvSpPr>
        <p:spPr>
          <a:xfrm>
            <a:off x="4058597" y="2247119"/>
            <a:ext cx="4255625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DAF589D-51EA-1B07-9962-CE471776903C}"/>
              </a:ext>
            </a:extLst>
          </p:cNvPr>
          <p:cNvSpPr/>
          <p:nvPr/>
        </p:nvSpPr>
        <p:spPr>
          <a:xfrm>
            <a:off x="4055077" y="2465598"/>
            <a:ext cx="4663440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28F239D7-53D5-631F-0BD2-0A212EECC1C4}"/>
              </a:ext>
            </a:extLst>
          </p:cNvPr>
          <p:cNvGrpSpPr/>
          <p:nvPr/>
        </p:nvGrpSpPr>
        <p:grpSpPr>
          <a:xfrm>
            <a:off x="4470553" y="5088201"/>
            <a:ext cx="4772438" cy="283690"/>
            <a:chOff x="591134" y="4126722"/>
            <a:chExt cx="6502715" cy="32079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D9BDA37-AD9D-C5B4-0001-0CCCA4BD1EB9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FC28681-380A-AAFA-14A8-775D88242706}"/>
                </a:ext>
              </a:extLst>
            </p:cNvPr>
            <p:cNvSpPr txBox="1"/>
            <p:nvPr/>
          </p:nvSpPr>
          <p:spPr>
            <a:xfrm>
              <a:off x="3389354" y="4189971"/>
              <a:ext cx="531590" cy="2575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1266380-8B06-BB5E-66B3-538056E69505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4FE9D-8A03-32E0-5F78-9EE305D43F49}"/>
              </a:ext>
            </a:extLst>
          </p:cNvPr>
          <p:cNvSpPr txBox="1"/>
          <p:nvPr/>
        </p:nvSpPr>
        <p:spPr>
          <a:xfrm>
            <a:off x="3729483" y="3750246"/>
            <a:ext cx="5357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1932356-F4A8-8372-98BD-2336139FDB69}"/>
              </a:ext>
            </a:extLst>
          </p:cNvPr>
          <p:cNvSpPr txBox="1"/>
          <p:nvPr/>
        </p:nvSpPr>
        <p:spPr>
          <a:xfrm>
            <a:off x="3722872" y="3986171"/>
            <a:ext cx="6864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DB79BB2-28B1-D181-5495-BAD3ACEBA98C}"/>
              </a:ext>
            </a:extLst>
          </p:cNvPr>
          <p:cNvSpPr txBox="1"/>
          <p:nvPr/>
        </p:nvSpPr>
        <p:spPr>
          <a:xfrm>
            <a:off x="3718642" y="4218146"/>
            <a:ext cx="6864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3-day lag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BC5996D-3309-EBA3-651D-677C7ECACB50}"/>
              </a:ext>
            </a:extLst>
          </p:cNvPr>
          <p:cNvSpPr txBox="1"/>
          <p:nvPr/>
        </p:nvSpPr>
        <p:spPr>
          <a:xfrm>
            <a:off x="3711320" y="4445317"/>
            <a:ext cx="7777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1-week lag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1B2FA0A-A880-F213-0161-B9C71FB78034}"/>
              </a:ext>
            </a:extLst>
          </p:cNvPr>
          <p:cNvSpPr txBox="1"/>
          <p:nvPr/>
        </p:nvSpPr>
        <p:spPr>
          <a:xfrm>
            <a:off x="3731466" y="4687219"/>
            <a:ext cx="7777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2-week lag</a:t>
            </a:r>
          </a:p>
        </p:txBody>
      </p:sp>
      <p:pic>
        <p:nvPicPr>
          <p:cNvPr id="7" name="Graphic 6" descr="Stopwatch outline">
            <a:extLst>
              <a:ext uri="{FF2B5EF4-FFF2-40B4-BE49-F238E27FC236}">
                <a16:creationId xmlns:a16="http://schemas.microsoft.com/office/drawing/2014/main" id="{4761E635-B2D3-7E4E-9E96-D309B1E17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3869" y="863940"/>
            <a:ext cx="193101" cy="193101"/>
          </a:xfrm>
          <a:prstGeom prst="rect">
            <a:avLst/>
          </a:prstGeom>
        </p:spPr>
      </p:pic>
      <p:pic>
        <p:nvPicPr>
          <p:cNvPr id="5" name="Graphic 4" descr="Stopwatch outline">
            <a:extLst>
              <a:ext uri="{FF2B5EF4-FFF2-40B4-BE49-F238E27FC236}">
                <a16:creationId xmlns:a16="http://schemas.microsoft.com/office/drawing/2014/main" id="{D452FBEB-605E-0043-EB9A-D6BF8743C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89443" y="1685807"/>
            <a:ext cx="193101" cy="19310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1FEC6F7-C0A9-3708-B73D-CAD22DE150BD}"/>
              </a:ext>
            </a:extLst>
          </p:cNvPr>
          <p:cNvSpPr/>
          <p:nvPr/>
        </p:nvSpPr>
        <p:spPr>
          <a:xfrm>
            <a:off x="4062556" y="1885879"/>
            <a:ext cx="2230812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B2AD4-4174-6257-BCBD-33A042F66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F1B55D2-3992-CF38-0ED6-D89C462540B3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7D50D61-3B6B-AD47-023A-2CFCBE9C5542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E7039CD-45BE-8964-097E-334F8145D9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38CC155-A4FD-4AF4-FB46-99CD47BADB0F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A1FD5BBD-9264-A3D1-08A4-3CDED09DB01B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8D7FF9D-098F-59D9-07DB-D5C66AFAC15B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00DDE1-6079-5348-BB72-BF4D3D7AD460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EF165D6F-13A5-4E17-1EB6-7C9C4F200582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</p:spTree>
    <p:extLst>
      <p:ext uri="{BB962C8B-B14F-4D97-AF65-F5344CB8AC3E}">
        <p14:creationId xmlns:p14="http://schemas.microsoft.com/office/powerpoint/2010/main" val="337569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8ACD4-7531-E7E6-8AD7-070456CA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C4D2F1-5F98-D031-7B7F-3FBE3CCCCEF4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00EE49-6635-B204-B91E-627B3BF634F3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483E58E-B003-453C-6A41-63E80B139A73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1678017-2891-1145-1028-258B09042BAE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0CD10CE-4305-E253-32A1-372DFB06DD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D5DE9104-0CD3-DBE5-A7B5-A478F645376C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13AB059-5FC5-AE59-2094-FD835C1B82CC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4C5B6DE-CC7A-3B03-3C0A-AAD17879AEBE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C44778C-2A85-4970-5F6B-A91EB00C4D79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61A520DD-5CD3-382C-597D-AFF59A860AC3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7DFA674-80D7-2CDD-772E-353DD26BE7CC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</p:spTree>
    <p:extLst>
      <p:ext uri="{BB962C8B-B14F-4D97-AF65-F5344CB8AC3E}">
        <p14:creationId xmlns:p14="http://schemas.microsoft.com/office/powerpoint/2010/main" val="27592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E69B0-5426-DACB-9ABF-F30C6F6AA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B07834D-9710-9894-8C67-981F4379B110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A0EDFF-7EC2-9084-7EEE-707D0604ABA4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25B2ED2-1126-03EB-0D7B-3DBBA659069A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837B05A-5247-B5FD-E9B5-BCB564E97503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4BE06A-3DB8-1344-97AB-F2180FAB3013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73AC2C6-5DDD-EDB0-3A17-32E8094DAF50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51F7360F-FDEF-1543-FF44-4774E07E44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6536B41A-B366-3A91-71E5-59F6F7C307C3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724F3BC4-2903-3CB7-8F19-27002490B818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927901-5D78-3D43-54F0-853C222B69B7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06504FB-695F-854A-A419-6DFF079B1E97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6567AEAD-3117-F524-F630-6787DE6C0C6B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F038756-6799-15C6-86F1-02AEEF8654BD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DB7B0142-93D9-87C0-C4CE-6C52E34663B3}"/>
              </a:ext>
            </a:extLst>
          </p:cNvPr>
          <p:cNvSpPr txBox="1"/>
          <p:nvPr/>
        </p:nvSpPr>
        <p:spPr>
          <a:xfrm>
            <a:off x="3648256" y="3683254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3-day lag</a:t>
            </a:r>
          </a:p>
        </p:txBody>
      </p:sp>
    </p:spTree>
    <p:extLst>
      <p:ext uri="{BB962C8B-B14F-4D97-AF65-F5344CB8AC3E}">
        <p14:creationId xmlns:p14="http://schemas.microsoft.com/office/powerpoint/2010/main" val="1537700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CC0FD-6526-38D0-1646-09AACA36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C012E51-18AB-5C07-2BFA-F638B954BC8A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89610B4-3A17-B974-C32F-36D47C731671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049E214-0C53-E4E2-0D57-030DFC25600E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31A923E-3CC9-8FD8-D471-D7885F5B6B01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FC73A8C-9940-260E-E76A-03885D6EFCE2}"/>
              </a:ext>
            </a:extLst>
          </p:cNvPr>
          <p:cNvSpPr/>
          <p:nvPr/>
        </p:nvSpPr>
        <p:spPr>
          <a:xfrm>
            <a:off x="5844519" y="408186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FAB3FCA-3E7A-7A85-F1F0-37999B9E1A58}"/>
              </a:ext>
            </a:extLst>
          </p:cNvPr>
          <p:cNvSpPr/>
          <p:nvPr/>
        </p:nvSpPr>
        <p:spPr>
          <a:xfrm>
            <a:off x="4470553" y="4083605"/>
            <a:ext cx="1371600" cy="36171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D8CAC40-4F6C-FCDB-46C6-3C30ACF1CA4B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FA74A72-8EC2-2E6B-6959-C63790C9ED8D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466BAC79-7A88-A93F-0BC1-31AB64ADD8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25D87DC9-2996-A070-F556-B95B9584BBB8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950EF1AE-027B-9EB5-37F6-94368CC73CC1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8BBD23B1-6004-6A88-8196-CF0FFDEF1986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E893B15-68E2-2F21-F213-74276BAD9264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9B8B0396-268B-A932-21F2-C5F7D6B498FE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3E20D3E-524B-40F8-E79C-12A623F3A220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19DB053-0C43-2DA2-5A7C-1A243CD0CDA0}"/>
              </a:ext>
            </a:extLst>
          </p:cNvPr>
          <p:cNvSpPr txBox="1"/>
          <p:nvPr/>
        </p:nvSpPr>
        <p:spPr>
          <a:xfrm>
            <a:off x="3648256" y="3683254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3-day lag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5A9E59E-0E7E-D3D5-4F6D-C15BD6AC2347}"/>
              </a:ext>
            </a:extLst>
          </p:cNvPr>
          <p:cNvSpPr txBox="1"/>
          <p:nvPr/>
        </p:nvSpPr>
        <p:spPr>
          <a:xfrm>
            <a:off x="3635554" y="4146055"/>
            <a:ext cx="8691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1-week lag</a:t>
            </a:r>
          </a:p>
        </p:txBody>
      </p:sp>
    </p:spTree>
    <p:extLst>
      <p:ext uri="{BB962C8B-B14F-4D97-AF65-F5344CB8AC3E}">
        <p14:creationId xmlns:p14="http://schemas.microsoft.com/office/powerpoint/2010/main" val="2051037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186C-B8E9-C924-9B64-A5931381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A26D747-F0DA-878A-3C3D-93AF2D0F368D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DED725-E5BE-0249-768F-57031157C2D6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233C65D-A989-C57D-9263-1435098680EB}"/>
              </a:ext>
            </a:extLst>
          </p:cNvPr>
          <p:cNvSpPr/>
          <p:nvPr/>
        </p:nvSpPr>
        <p:spPr>
          <a:xfrm>
            <a:off x="4647303" y="3150110"/>
            <a:ext cx="192024" cy="365760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3A74634-EE0D-CE2B-E01F-03B8E7EA1262}"/>
              </a:ext>
            </a:extLst>
          </p:cNvPr>
          <p:cNvSpPr/>
          <p:nvPr/>
        </p:nvSpPr>
        <p:spPr>
          <a:xfrm>
            <a:off x="5844519" y="408186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A45651-EC26-43DC-CFCD-E38370A24E0A}"/>
              </a:ext>
            </a:extLst>
          </p:cNvPr>
          <p:cNvSpPr/>
          <p:nvPr/>
        </p:nvSpPr>
        <p:spPr>
          <a:xfrm>
            <a:off x="4470553" y="4083605"/>
            <a:ext cx="1371600" cy="361712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D34BC13-CEC1-C4D6-43C6-6F781FE97D5D}"/>
              </a:ext>
            </a:extLst>
          </p:cNvPr>
          <p:cNvSpPr/>
          <p:nvPr/>
        </p:nvSpPr>
        <p:spPr>
          <a:xfrm>
            <a:off x="4472053" y="4558251"/>
            <a:ext cx="274320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F73BD59-F3F9-C7B8-9876-8F0822137847}"/>
              </a:ext>
            </a:extLst>
          </p:cNvPr>
          <p:cNvSpPr/>
          <p:nvPr/>
        </p:nvSpPr>
        <p:spPr>
          <a:xfrm>
            <a:off x="7215222" y="4547935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633E700-932B-A040-A51F-4A9277544B31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88B4C4D-7941-0863-B0F7-CCE78EAA2E15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B75A08E5-8331-96B5-33E3-8070E18E0B6D}"/>
              </a:ext>
            </a:extLst>
          </p:cNvPr>
          <p:cNvCxnSpPr>
            <a:cxnSpLocks/>
          </p:cNvCxnSpPr>
          <p:nvPr/>
        </p:nvCxnSpPr>
        <p:spPr>
          <a:xfrm>
            <a:off x="4470553" y="5088213"/>
            <a:ext cx="4772438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1A931931-CE5C-C11A-B0F3-AA2C7204A1DD}"/>
              </a:ext>
            </a:extLst>
          </p:cNvPr>
          <p:cNvSpPr txBox="1"/>
          <p:nvPr/>
        </p:nvSpPr>
        <p:spPr>
          <a:xfrm>
            <a:off x="4413906" y="5088213"/>
            <a:ext cx="4876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day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33D3087-B2B6-82CA-862C-535A450E3D5F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7B47C2-3EED-A067-E624-6B25A3A472FB}"/>
              </a:ext>
            </a:extLst>
          </p:cNvPr>
          <p:cNvCxnSpPr>
            <a:cxnSpLocks/>
          </p:cNvCxnSpPr>
          <p:nvPr/>
        </p:nvCxnSpPr>
        <p:spPr>
          <a:xfrm>
            <a:off x="4476420" y="2345011"/>
            <a:ext cx="0" cy="274320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587D740-FD7A-19CF-AEDB-B64F293BFF5C}"/>
              </a:ext>
            </a:extLst>
          </p:cNvPr>
          <p:cNvSpPr txBox="1"/>
          <p:nvPr/>
        </p:nvSpPr>
        <p:spPr>
          <a:xfrm>
            <a:off x="3732795" y="2073371"/>
            <a:ext cx="15023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Prediction timepoint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5C677C-991B-4312-61AE-64AF4B85FB55}"/>
              </a:ext>
            </a:extLst>
          </p:cNvPr>
          <p:cNvCxnSpPr>
            <a:cxnSpLocks/>
          </p:cNvCxnSpPr>
          <p:nvPr/>
        </p:nvCxnSpPr>
        <p:spPr>
          <a:xfrm>
            <a:off x="4642975" y="504211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7DD265-E1B1-4043-6000-86849A13E1A3}"/>
              </a:ext>
            </a:extLst>
          </p:cNvPr>
          <p:cNvSpPr txBox="1"/>
          <p:nvPr/>
        </p:nvSpPr>
        <p:spPr>
          <a:xfrm>
            <a:off x="4810285" y="5083726"/>
            <a:ext cx="5533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3 days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25AE87-78A4-9A9E-07AC-D8349C419982}"/>
              </a:ext>
            </a:extLst>
          </p:cNvPr>
          <p:cNvCxnSpPr>
            <a:cxnSpLocks/>
          </p:cNvCxnSpPr>
          <p:nvPr/>
        </p:nvCxnSpPr>
        <p:spPr>
          <a:xfrm>
            <a:off x="5027278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302D81-68DF-48BA-0DEF-35513B2B9F8C}"/>
              </a:ext>
            </a:extLst>
          </p:cNvPr>
          <p:cNvSpPr txBox="1"/>
          <p:nvPr/>
        </p:nvSpPr>
        <p:spPr>
          <a:xfrm>
            <a:off x="5530951" y="5097291"/>
            <a:ext cx="5870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week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0995EB-9729-C472-4031-01D8CDDF9990}"/>
              </a:ext>
            </a:extLst>
          </p:cNvPr>
          <p:cNvCxnSpPr>
            <a:cxnSpLocks/>
          </p:cNvCxnSpPr>
          <p:nvPr/>
        </p:nvCxnSpPr>
        <p:spPr>
          <a:xfrm>
            <a:off x="5807205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401F984-BA23-DD44-C24D-47A336660901}"/>
              </a:ext>
            </a:extLst>
          </p:cNvPr>
          <p:cNvSpPr txBox="1"/>
          <p:nvPr/>
        </p:nvSpPr>
        <p:spPr>
          <a:xfrm>
            <a:off x="6916188" y="5096880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2 weeks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93DFF-4B8B-EC87-4411-324A4F90ADFE}"/>
              </a:ext>
            </a:extLst>
          </p:cNvPr>
          <p:cNvCxnSpPr>
            <a:cxnSpLocks/>
          </p:cNvCxnSpPr>
          <p:nvPr/>
        </p:nvCxnSpPr>
        <p:spPr>
          <a:xfrm>
            <a:off x="7200474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24FC30B2-9592-3D45-D33C-9F38956B6AF6}"/>
              </a:ext>
            </a:extLst>
          </p:cNvPr>
          <p:cNvSpPr/>
          <p:nvPr/>
        </p:nvSpPr>
        <p:spPr>
          <a:xfrm>
            <a:off x="3612502" y="2752118"/>
            <a:ext cx="681111" cy="212554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7ED099-9E4D-37E9-4207-4FC671B781F4}"/>
              </a:ext>
            </a:extLst>
          </p:cNvPr>
          <p:cNvSpPr/>
          <p:nvPr/>
        </p:nvSpPr>
        <p:spPr>
          <a:xfrm>
            <a:off x="7927258" y="2271252"/>
            <a:ext cx="221222" cy="1548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FF08D9-619D-E4AA-49A5-DDB01635E343}"/>
              </a:ext>
            </a:extLst>
          </p:cNvPr>
          <p:cNvSpPr/>
          <p:nvPr/>
        </p:nvSpPr>
        <p:spPr>
          <a:xfrm>
            <a:off x="7927258" y="2522023"/>
            <a:ext cx="221222" cy="15485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4A8F0-643E-C527-98E3-C2837492F58D}"/>
              </a:ext>
            </a:extLst>
          </p:cNvPr>
          <p:cNvSpPr txBox="1"/>
          <p:nvPr/>
        </p:nvSpPr>
        <p:spPr>
          <a:xfrm>
            <a:off x="8129366" y="2221900"/>
            <a:ext cx="17395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24-hour prediction window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8782-2952-0FFC-4BB8-BCA36FB58F60}"/>
              </a:ext>
            </a:extLst>
          </p:cNvPr>
          <p:cNvSpPr txBox="1"/>
          <p:nvPr/>
        </p:nvSpPr>
        <p:spPr>
          <a:xfrm>
            <a:off x="8148480" y="2464830"/>
            <a:ext cx="24016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Lag between prediction timepoint and </a:t>
            </a:r>
          </a:p>
          <a:p>
            <a:r>
              <a:rPr lang="en-US" sz="1000" b="1" dirty="0"/>
              <a:t>start of prediction window</a:t>
            </a:r>
          </a:p>
        </p:txBody>
      </p:sp>
    </p:spTree>
    <p:extLst>
      <p:ext uri="{BB962C8B-B14F-4D97-AF65-F5344CB8AC3E}">
        <p14:creationId xmlns:p14="http://schemas.microsoft.com/office/powerpoint/2010/main" val="816708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04D53-6174-E07D-D82E-98ED3C56B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DA857543-5E81-AE9F-1B72-0F283F1F254B}"/>
              </a:ext>
            </a:extLst>
          </p:cNvPr>
          <p:cNvSpPr/>
          <p:nvPr/>
        </p:nvSpPr>
        <p:spPr>
          <a:xfrm>
            <a:off x="4460166" y="2808171"/>
            <a:ext cx="128016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6BDCA9-8F85-5E4A-E216-3FDB107961BB}"/>
              </a:ext>
            </a:extLst>
          </p:cNvPr>
          <p:cNvSpPr/>
          <p:nvPr/>
        </p:nvSpPr>
        <p:spPr>
          <a:xfrm>
            <a:off x="4460167" y="3583732"/>
            <a:ext cx="640080" cy="356616"/>
          </a:xfrm>
          <a:prstGeom prst="rect">
            <a:avLst/>
          </a:prstGeom>
          <a:solidFill>
            <a:srgbClr val="FFFC0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577064A-DF02-059A-605B-FF933E40584C}"/>
              </a:ext>
            </a:extLst>
          </p:cNvPr>
          <p:cNvSpPr/>
          <p:nvPr/>
        </p:nvSpPr>
        <p:spPr>
          <a:xfrm>
            <a:off x="4470552" y="4421064"/>
            <a:ext cx="4227127" cy="361712"/>
          </a:xfrm>
          <a:prstGeom prst="rect">
            <a:avLst/>
          </a:prstGeom>
          <a:solidFill>
            <a:srgbClr val="FFFC0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06C0C83-3F70-641B-5793-00AF8EB25420}"/>
              </a:ext>
            </a:extLst>
          </p:cNvPr>
          <p:cNvCxnSpPr>
            <a:cxnSpLocks/>
          </p:cNvCxnSpPr>
          <p:nvPr/>
        </p:nvCxnSpPr>
        <p:spPr>
          <a:xfrm>
            <a:off x="4470553" y="5088213"/>
            <a:ext cx="4772438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2AFF5BF-B32F-5FEA-6B4F-DEEF696DFC01}"/>
              </a:ext>
            </a:extLst>
          </p:cNvPr>
          <p:cNvSpPr txBox="1"/>
          <p:nvPr/>
        </p:nvSpPr>
        <p:spPr>
          <a:xfrm>
            <a:off x="4344641" y="5065988"/>
            <a:ext cx="5501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hour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ACDE46-7FCE-E3DF-489C-5633553B7793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EF9F008-C075-0331-AFED-4C197976EF3F}"/>
              </a:ext>
            </a:extLst>
          </p:cNvPr>
          <p:cNvCxnSpPr>
            <a:cxnSpLocks/>
          </p:cNvCxnSpPr>
          <p:nvPr/>
        </p:nvCxnSpPr>
        <p:spPr>
          <a:xfrm>
            <a:off x="4476420" y="2345011"/>
            <a:ext cx="0" cy="274320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D046537-D7BA-C286-67B1-9943B51D1736}"/>
              </a:ext>
            </a:extLst>
          </p:cNvPr>
          <p:cNvSpPr txBox="1"/>
          <p:nvPr/>
        </p:nvSpPr>
        <p:spPr>
          <a:xfrm>
            <a:off x="3732795" y="2073371"/>
            <a:ext cx="15023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Prediction timepoint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13DF18-A8EB-51B5-5EDE-73001E50E8DD}"/>
              </a:ext>
            </a:extLst>
          </p:cNvPr>
          <p:cNvCxnSpPr>
            <a:cxnSpLocks/>
          </p:cNvCxnSpPr>
          <p:nvPr/>
        </p:nvCxnSpPr>
        <p:spPr>
          <a:xfrm>
            <a:off x="4588545" y="504211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D55D70E-2D36-E5ED-201D-0CED0CE75CA5}"/>
              </a:ext>
            </a:extLst>
          </p:cNvPr>
          <p:cNvSpPr txBox="1"/>
          <p:nvPr/>
        </p:nvSpPr>
        <p:spPr>
          <a:xfrm>
            <a:off x="8404169" y="5105605"/>
            <a:ext cx="5870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week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2243F0-C9F6-153A-EE47-3F32135338AA}"/>
              </a:ext>
            </a:extLst>
          </p:cNvPr>
          <p:cNvCxnSpPr>
            <a:cxnSpLocks/>
          </p:cNvCxnSpPr>
          <p:nvPr/>
        </p:nvCxnSpPr>
        <p:spPr>
          <a:xfrm>
            <a:off x="8680423" y="5050423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1249FFE-D86D-5EC4-2637-DFE4E381CCA5}"/>
              </a:ext>
            </a:extLst>
          </p:cNvPr>
          <p:cNvSpPr/>
          <p:nvPr/>
        </p:nvSpPr>
        <p:spPr>
          <a:xfrm>
            <a:off x="7927258" y="2271252"/>
            <a:ext cx="221222" cy="1548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CFCD36-B879-6909-F757-C7B1ABD29111}"/>
              </a:ext>
            </a:extLst>
          </p:cNvPr>
          <p:cNvSpPr txBox="1"/>
          <p:nvPr/>
        </p:nvSpPr>
        <p:spPr>
          <a:xfrm>
            <a:off x="8129366" y="2221900"/>
            <a:ext cx="12618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Prediction window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68A218-F055-6E9C-85B4-542E89E8A51A}"/>
              </a:ext>
            </a:extLst>
          </p:cNvPr>
          <p:cNvSpPr txBox="1"/>
          <p:nvPr/>
        </p:nvSpPr>
        <p:spPr>
          <a:xfrm>
            <a:off x="4919230" y="5072928"/>
            <a:ext cx="4876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day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D185ED9-4CF7-8C54-63C0-3E9B8AABDAFC}"/>
              </a:ext>
            </a:extLst>
          </p:cNvPr>
          <p:cNvCxnSpPr>
            <a:cxnSpLocks/>
          </p:cNvCxnSpPr>
          <p:nvPr/>
        </p:nvCxnSpPr>
        <p:spPr>
          <a:xfrm>
            <a:off x="5152153" y="503303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66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146286" y="3265375"/>
            <a:ext cx="6135939" cy="24134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ABB51B-F632-F92D-F314-109C96AFF32B}"/>
              </a:ext>
            </a:extLst>
          </p:cNvPr>
          <p:cNvCxnSpPr>
            <a:cxnSpLocks/>
          </p:cNvCxnSpPr>
          <p:nvPr/>
        </p:nvCxnSpPr>
        <p:spPr>
          <a:xfrm>
            <a:off x="3143479" y="4086574"/>
            <a:ext cx="613874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5B109C9-B0E6-AB0B-8C46-01E2FB26007E}"/>
              </a:ext>
            </a:extLst>
          </p:cNvPr>
          <p:cNvCxnSpPr>
            <a:cxnSpLocks/>
          </p:cNvCxnSpPr>
          <p:nvPr/>
        </p:nvCxnSpPr>
        <p:spPr>
          <a:xfrm flipV="1">
            <a:off x="3146286" y="4781211"/>
            <a:ext cx="6135940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DF3948-1BE6-07D7-B19C-173795230FA4}"/>
              </a:ext>
            </a:extLst>
          </p:cNvPr>
          <p:cNvCxnSpPr>
            <a:cxnSpLocks/>
            <a:stCxn id="65" idx="1"/>
          </p:cNvCxnSpPr>
          <p:nvPr/>
        </p:nvCxnSpPr>
        <p:spPr>
          <a:xfrm flipV="1">
            <a:off x="3148378" y="5113236"/>
            <a:ext cx="6133847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D10B54-B590-C028-46ED-D23F2879AC57}"/>
              </a:ext>
            </a:extLst>
          </p:cNvPr>
          <p:cNvCxnSpPr>
            <a:cxnSpLocks/>
            <a:stCxn id="71" idx="1"/>
          </p:cNvCxnSpPr>
          <p:nvPr/>
        </p:nvCxnSpPr>
        <p:spPr>
          <a:xfrm flipV="1">
            <a:off x="3153634" y="5458094"/>
            <a:ext cx="6128591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4C4D8-82CD-89E0-5339-5B2F4ECAA0F9}"/>
              </a:ext>
            </a:extLst>
          </p:cNvPr>
          <p:cNvCxnSpPr>
            <a:cxnSpLocks/>
            <a:stCxn id="46" idx="1"/>
          </p:cNvCxnSpPr>
          <p:nvPr/>
        </p:nvCxnSpPr>
        <p:spPr>
          <a:xfrm flipV="1">
            <a:off x="3141782" y="4436935"/>
            <a:ext cx="6140443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428CAC1-F98B-A72A-9B76-785AC5BD18B5}"/>
              </a:ext>
            </a:extLst>
          </p:cNvPr>
          <p:cNvSpPr txBox="1"/>
          <p:nvPr/>
        </p:nvSpPr>
        <p:spPr>
          <a:xfrm>
            <a:off x="4898560" y="3767901"/>
            <a:ext cx="1434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72E2C6-5C62-7DE1-E76B-F855B6792AED}"/>
              </a:ext>
            </a:extLst>
          </p:cNvPr>
          <p:cNvSpPr txBox="1"/>
          <p:nvPr/>
        </p:nvSpPr>
        <p:spPr>
          <a:xfrm>
            <a:off x="4831312" y="4130453"/>
            <a:ext cx="4205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Lag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2748370" y="326537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931571" y="4004997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67AB6E-CCA4-B757-E27A-F0F9C71EDD9E}"/>
              </a:ext>
            </a:extLst>
          </p:cNvPr>
          <p:cNvSpPr/>
          <p:nvPr/>
        </p:nvSpPr>
        <p:spPr>
          <a:xfrm>
            <a:off x="3143479" y="4009949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941799" y="4363860"/>
            <a:ext cx="192024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0248CB-5962-C6D1-F962-27170772D781}"/>
              </a:ext>
            </a:extLst>
          </p:cNvPr>
          <p:cNvSpPr/>
          <p:nvPr/>
        </p:nvSpPr>
        <p:spPr>
          <a:xfrm>
            <a:off x="3141782" y="4365190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5136818" y="4368741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6319234" y="5037288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945268" y="5039024"/>
            <a:ext cx="13716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C936572-C744-F1C9-FF43-5B4BF36AA1CA}"/>
              </a:ext>
            </a:extLst>
          </p:cNvPr>
          <p:cNvSpPr/>
          <p:nvPr/>
        </p:nvSpPr>
        <p:spPr>
          <a:xfrm>
            <a:off x="3148378" y="5041491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940462" y="5383926"/>
            <a:ext cx="27432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683631" y="5382419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A4424A-194C-0ADD-FD6A-CF5ED7BEDDEC}"/>
              </a:ext>
            </a:extLst>
          </p:cNvPr>
          <p:cNvSpPr/>
          <p:nvPr/>
        </p:nvSpPr>
        <p:spPr>
          <a:xfrm>
            <a:off x="3153634" y="5386349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3877F8-6FAC-D795-D74F-73B115A361EA}"/>
              </a:ext>
            </a:extLst>
          </p:cNvPr>
          <p:cNvSpPr txBox="1"/>
          <p:nvPr/>
        </p:nvSpPr>
        <p:spPr>
          <a:xfrm>
            <a:off x="3101765" y="3759761"/>
            <a:ext cx="17534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Feature Scoring Epochs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6CF45FD-252A-FC8E-CFD7-0B302E175A03}"/>
              </a:ext>
            </a:extLst>
          </p:cNvPr>
          <p:cNvGrpSpPr/>
          <p:nvPr/>
        </p:nvGrpSpPr>
        <p:grpSpPr>
          <a:xfrm>
            <a:off x="2743881" y="465084"/>
            <a:ext cx="6538344" cy="2711094"/>
            <a:chOff x="2743881" y="465084"/>
            <a:chExt cx="6538344" cy="271109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4323" y="1179151"/>
              <a:ext cx="196596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448355"/>
              <a:ext cx="2313432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719480"/>
              <a:ext cx="278892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5118639" y="2797133"/>
              <a:ext cx="1955739" cy="86828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3152204" y="2836301"/>
              <a:ext cx="6087435" cy="242139"/>
              <a:chOff x="-556996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6996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2175880"/>
              <a:ext cx="518643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3153552" y="2498721"/>
              <a:ext cx="559612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2743881" y="467570"/>
              <a:ext cx="350096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3144323" y="465084"/>
              <a:ext cx="6137902" cy="27110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8109280" y="2853743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8314611" y="2795886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7459302" y="2795886"/>
              <a:ext cx="450320" cy="23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8526572" y="2855555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8731904" y="2788071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5831901" y="1844299"/>
              <a:ext cx="323422" cy="223779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1200" b="1" dirty="0"/>
                <a:t>…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798CF8-F4E0-DE99-142A-EBC0B832D107}"/>
                </a:ext>
              </a:extLst>
            </p:cNvPr>
            <p:cNvSpPr txBox="1"/>
            <p:nvPr/>
          </p:nvSpPr>
          <p:spPr>
            <a:xfrm>
              <a:off x="3093977" y="844657"/>
              <a:ext cx="17534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Epochs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46DE956-A3D5-10A7-FECC-87D3BDB86C3C}"/>
                </a:ext>
              </a:extLst>
            </p:cNvPr>
            <p:cNvSpPr/>
            <p:nvPr/>
          </p:nvSpPr>
          <p:spPr>
            <a:xfrm>
              <a:off x="3144321" y="1108510"/>
              <a:ext cx="1966435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FA15216-67EC-8DF4-9162-91541205385F}"/>
                </a:ext>
              </a:extLst>
            </p:cNvPr>
            <p:cNvSpPr/>
            <p:nvPr/>
          </p:nvSpPr>
          <p:spPr>
            <a:xfrm>
              <a:off x="3141783" y="1370396"/>
              <a:ext cx="231579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1BD67093-2DED-FA85-BEC2-4176D37F4485}"/>
                </a:ext>
              </a:extLst>
            </p:cNvPr>
            <p:cNvSpPr/>
            <p:nvPr/>
          </p:nvSpPr>
          <p:spPr>
            <a:xfrm>
              <a:off x="3144321" y="1645161"/>
              <a:ext cx="278676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C4EA458-11B7-D287-6C78-2A3A5F74E208}"/>
                </a:ext>
              </a:extLst>
            </p:cNvPr>
            <p:cNvSpPr/>
            <p:nvPr/>
          </p:nvSpPr>
          <p:spPr>
            <a:xfrm>
              <a:off x="3144321" y="2100394"/>
              <a:ext cx="5188051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DAF589D-51EA-1B07-9962-CE471776903C}"/>
                </a:ext>
              </a:extLst>
            </p:cNvPr>
            <p:cNvSpPr/>
            <p:nvPr/>
          </p:nvSpPr>
          <p:spPr>
            <a:xfrm>
              <a:off x="3144322" y="2412656"/>
              <a:ext cx="5594236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5C696A3-5802-DF6F-579B-E705E464543B}"/>
                </a:ext>
              </a:extLst>
            </p:cNvPr>
            <p:cNvSpPr txBox="1"/>
            <p:nvPr/>
          </p:nvSpPr>
          <p:spPr>
            <a:xfrm>
              <a:off x="5410291" y="500656"/>
              <a:ext cx="17232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Prediction Timepoints</a:t>
              </a:r>
            </a:p>
          </p:txBody>
        </p:sp>
        <p:pic>
          <p:nvPicPr>
            <p:cNvPr id="94" name="Graphic 93" descr="Clock with solid fill">
              <a:extLst>
                <a:ext uri="{FF2B5EF4-FFF2-40B4-BE49-F238E27FC236}">
                  <a16:creationId xmlns:a16="http://schemas.microsoft.com/office/drawing/2014/main" id="{11331E61-691B-22D9-956A-4D3A0D46D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74666" y="852143"/>
              <a:ext cx="251412" cy="251412"/>
            </a:xfrm>
            <a:prstGeom prst="rect">
              <a:avLst/>
            </a:prstGeom>
          </p:spPr>
        </p:pic>
        <p:pic>
          <p:nvPicPr>
            <p:cNvPr id="97" name="Graphic 96" descr="Clock with solid fill">
              <a:extLst>
                <a:ext uri="{FF2B5EF4-FFF2-40B4-BE49-F238E27FC236}">
                  <a16:creationId xmlns:a16="http://schemas.microsoft.com/office/drawing/2014/main" id="{AEEC1A20-B4C7-9207-37DF-8C1A402616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14442" y="1116195"/>
              <a:ext cx="251412" cy="251412"/>
            </a:xfrm>
            <a:prstGeom prst="rect">
              <a:avLst/>
            </a:prstGeom>
          </p:spPr>
        </p:pic>
        <p:pic>
          <p:nvPicPr>
            <p:cNvPr id="98" name="Graphic 97" descr="Clock with solid fill">
              <a:extLst>
                <a:ext uri="{FF2B5EF4-FFF2-40B4-BE49-F238E27FC236}">
                  <a16:creationId xmlns:a16="http://schemas.microsoft.com/office/drawing/2014/main" id="{664B11FE-B0E2-FFD7-948B-E19FBB206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82433" y="1384372"/>
              <a:ext cx="251412" cy="251412"/>
            </a:xfrm>
            <a:prstGeom prst="rect">
              <a:avLst/>
            </a:prstGeom>
          </p:spPr>
        </p:pic>
        <p:pic>
          <p:nvPicPr>
            <p:cNvPr id="99" name="Graphic 98" descr="Clock with solid fill">
              <a:extLst>
                <a:ext uri="{FF2B5EF4-FFF2-40B4-BE49-F238E27FC236}">
                  <a16:creationId xmlns:a16="http://schemas.microsoft.com/office/drawing/2014/main" id="{3E155475-0194-FABE-1AB8-71998B1670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88905" y="1840262"/>
              <a:ext cx="251412" cy="251412"/>
            </a:xfrm>
            <a:prstGeom prst="rect">
              <a:avLst/>
            </a:prstGeom>
          </p:spPr>
        </p:pic>
        <p:pic>
          <p:nvPicPr>
            <p:cNvPr id="100" name="Graphic 99" descr="Clock with solid fill">
              <a:extLst>
                <a:ext uri="{FF2B5EF4-FFF2-40B4-BE49-F238E27FC236}">
                  <a16:creationId xmlns:a16="http://schemas.microsoft.com/office/drawing/2014/main" id="{6B681C4B-B264-2531-FB65-6A4BC80E5A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606198" y="2161381"/>
              <a:ext cx="251412" cy="251412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97541" y="3286822"/>
            <a:ext cx="2114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Lagged Prediction Windows</a:t>
            </a:r>
          </a:p>
        </p:txBody>
      </p:sp>
      <p:pic>
        <p:nvPicPr>
          <p:cNvPr id="103" name="Graphic 102" descr="Clock with solid fill">
            <a:extLst>
              <a:ext uri="{FF2B5EF4-FFF2-40B4-BE49-F238E27FC236}">
                <a16:creationId xmlns:a16="http://schemas.microsoft.com/office/drawing/2014/main" id="{416ADAC8-3369-EF9C-A89D-C3D4AF9188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4386" y="3606345"/>
            <a:ext cx="251412" cy="251412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519397" y="4695565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938962" y="4699556"/>
            <a:ext cx="576072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B752A5-4306-B4FE-474B-9431215F0D3D}"/>
              </a:ext>
            </a:extLst>
          </p:cNvPr>
          <p:cNvSpPr/>
          <p:nvPr/>
        </p:nvSpPr>
        <p:spPr>
          <a:xfrm>
            <a:off x="3146286" y="4709467"/>
            <a:ext cx="1786826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</p:spTree>
    <p:extLst>
      <p:ext uri="{BB962C8B-B14F-4D97-AF65-F5344CB8AC3E}">
        <p14:creationId xmlns:p14="http://schemas.microsoft.com/office/powerpoint/2010/main" val="421903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1141871" y="1132431"/>
            <a:ext cx="9657402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8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8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1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0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8" y="2028256"/>
                <a:ext cx="4197812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6" y="1579888"/>
                <a:ext cx="8313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33858"/>
                <a:ext cx="655069" cy="3012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2" y="2033858"/>
                <a:ext cx="519385" cy="3084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405</TotalTime>
  <Words>673</Words>
  <Application>Microsoft Office PowerPoint</Application>
  <PresentationFormat>Widescreen</PresentationFormat>
  <Paragraphs>93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62</cp:revision>
  <dcterms:created xsi:type="dcterms:W3CDTF">2024-07-30T14:26:47Z</dcterms:created>
  <dcterms:modified xsi:type="dcterms:W3CDTF">2026-04-08T15:16:12Z</dcterms:modified>
</cp:coreProperties>
</file>